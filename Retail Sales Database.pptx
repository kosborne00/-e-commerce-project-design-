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70" r:id="rId4"/>
    <p:sldId id="257" r:id="rId5"/>
    <p:sldId id="267" r:id="rId7"/>
    <p:sldId id="269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goal of this project was to build a database that could support the core operations of an online marketplace. The database needed to store information about customers, sellers, products, inventory, orders, and reviews.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Some of the primary requirements included tracking customer purchases, maintaining inventory levels, managing product categories, recording product reviews, and supporting reporting through a dashboard. The database was designed not only to handle transactions but also to provide meaningful business insights through analytics.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During the analysis phase, I first identified the major business processes involved in an online marketplace. These included customer purchasing, seller product management, inventory tracking, and product reviews. From these requirements I identified the core entities and their relationships. The goal was to create a database that could support both daily business operations and reporting needs for the dashboard.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This slide shows my initial database design before normalization.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At this stage, the design focused primarily on capturing all of the required data and relationships. While functional, the initial structure is a bit of a mess and has some incorrect aspects. </a:t>
            </a:r>
            <a:endParaRPr lang="en-US" altLang="en-US"/>
          </a:p>
          <a:p>
            <a:r>
              <a:rPr lang="en-US" altLang="en-US"/>
              <a:t>For example, customer information, order details, and product information could potentially be duplicated across multiple records. These issues would increase storage requirements and make updates more difficult to maintain consistently."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"After creating the initial design, I normalized the database to reduce redundancy and improve data integrity.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First Normal Form ensured that each field contained only atomic values and eliminated repeating groups.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Second Normal Form removed partial dependencies by ensuring that non-key attributes depended on the entire primary key.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Third Normal Form removed transitive dependencies, ensuring that non-key attributes depended only on the primary key.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result was a cleaner and more efficient database structure that minimized duplication and improved maintainability.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User table serves as the foundation for both customers and sellers. Orders are connected to customers, while Order_Item acts as a junction table between orders and products.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Products are linked to sellers, categories, inventory records, and reviews. Addresses are separated into their own table to support multiple addresses per user.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Primary and foreign key relationships enforce referential integrity and ensure consistent data throughout the database."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3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6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6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image" Target="../media/image1.png"/><Relationship Id="rId1" Type="http://schemas.openxmlformats.org/officeDocument/2006/relationships/tags" Target="../tags/tag15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image" Target="../media/image2.png"/><Relationship Id="rId1" Type="http://schemas.openxmlformats.org/officeDocument/2006/relationships/tags" Target="../tags/tag15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image" Target="../media/image4.png"/><Relationship Id="rId3" Type="http://schemas.openxmlformats.org/officeDocument/2006/relationships/tags" Target="../tags/tag158.xml"/><Relationship Id="rId2" Type="http://schemas.openxmlformats.org/officeDocument/2006/relationships/image" Target="../media/image3.png"/><Relationship Id="rId1" Type="http://schemas.openxmlformats.org/officeDocument/2006/relationships/tags" Target="../tags/tag1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image" Target="../media/image7.png"/><Relationship Id="rId5" Type="http://schemas.openxmlformats.org/officeDocument/2006/relationships/tags" Target="../tags/tag163.xml"/><Relationship Id="rId4" Type="http://schemas.openxmlformats.org/officeDocument/2006/relationships/image" Target="../media/image6.png"/><Relationship Id="rId3" Type="http://schemas.openxmlformats.org/officeDocument/2006/relationships/tags" Target="../tags/tag162.xml"/><Relationship Id="rId2" Type="http://schemas.openxmlformats.org/officeDocument/2006/relationships/image" Target="../media/image5.png"/><Relationship Id="rId1" Type="http://schemas.openxmlformats.org/officeDocument/2006/relationships/tags" Target="../tags/tag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Small Retail Store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Kainen Osborne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Overview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4690" y="1364615"/>
            <a:ext cx="10732770" cy="4813300"/>
          </a:xfrm>
        </p:spPr>
        <p:txBody>
          <a:bodyPr>
            <a:normAutofit/>
          </a:bodyPr>
          <a:p>
            <a:r>
              <a:rPr lang="en-US" altLang="en-US"/>
              <a:t>Develop a database capable of managing customers, sellers, products, orders, inventory, and reviews.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Support both operational transactions and business intelligence reporting.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Provide a dashboard that allows stakeholders to monitor inventory, sales performance, customer activity, and product trends.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Key Requirements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80500" y="1302170"/>
            <a:ext cx="10800000" cy="4813200"/>
          </a:xfrm>
        </p:spPr>
        <p:txBody>
          <a:bodyPr/>
          <a:p>
            <a:pPr marL="0" indent="0">
              <a:buNone/>
            </a:pPr>
            <a:endParaRPr lang="en-US" altLang="en-US"/>
          </a:p>
          <a:p>
            <a:r>
              <a:rPr lang="en-US" altLang="en-US">
                <a:sym typeface="+mn-ea"/>
              </a:rPr>
              <a:t>Store customer and seller account information.</a:t>
            </a:r>
            <a:endParaRPr lang="en-US" altLang="en-US"/>
          </a:p>
          <a:p>
            <a:r>
              <a:rPr lang="en-US" altLang="en-US">
                <a:sym typeface="+mn-ea"/>
              </a:rPr>
              <a:t>Track product inventory and stock levels.</a:t>
            </a:r>
            <a:endParaRPr lang="en-US" altLang="en-US"/>
          </a:p>
          <a:p>
            <a:r>
              <a:rPr lang="en-US" altLang="en-US">
                <a:sym typeface="+mn-ea"/>
              </a:rPr>
              <a:t>Record orders and order details.</a:t>
            </a:r>
            <a:endParaRPr lang="en-US" altLang="en-US"/>
          </a:p>
          <a:p>
            <a:r>
              <a:rPr lang="en-US" altLang="en-US">
                <a:sym typeface="+mn-ea"/>
              </a:rPr>
              <a:t>Support product reviews and ratings.</a:t>
            </a:r>
            <a:endParaRPr lang="en-US" altLang="en-US"/>
          </a:p>
          <a:p>
            <a:r>
              <a:rPr lang="en-US" altLang="en-US">
                <a:sym typeface="+mn-ea"/>
              </a:rPr>
              <a:t>Categorize products for reporting and analysis.</a:t>
            </a:r>
            <a:endParaRPr lang="en-US" altLang="en-US"/>
          </a:p>
          <a:p>
            <a:r>
              <a:rPr lang="en-US" altLang="en-US">
                <a:sym typeface="+mn-ea"/>
              </a:rPr>
              <a:t>Generate dashboard visualizations from database queries.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Analysis Phase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800" b="1"/>
              <a:t>Business Needs Identified</a:t>
            </a:r>
            <a:endParaRPr lang="en-US" altLang="en-US" sz="1800"/>
          </a:p>
          <a:p>
            <a:r>
              <a:rPr lang="en-US" altLang="en-US" sz="1800"/>
              <a:t>Customers must be able to place orders containing multiple products.</a:t>
            </a:r>
            <a:endParaRPr lang="en-US" altLang="en-US" sz="1800"/>
          </a:p>
          <a:p>
            <a:r>
              <a:rPr lang="en-US" altLang="en-US" sz="1800"/>
              <a:t>Sellers must manage products and inventory.</a:t>
            </a:r>
            <a:endParaRPr lang="en-US" altLang="en-US" sz="1800"/>
          </a:p>
          <a:p>
            <a:r>
              <a:rPr lang="en-US" altLang="en-US" sz="1800"/>
              <a:t>Inventory levels need to be monitored to prevent stock shortages.</a:t>
            </a:r>
            <a:endParaRPr lang="en-US" altLang="en-US" sz="1800"/>
          </a:p>
          <a:p>
            <a:r>
              <a:rPr lang="en-US" altLang="en-US" sz="1800"/>
              <a:t>Management requires insight into sales performance and customer behavior.</a:t>
            </a:r>
            <a:endParaRPr lang="en-US" altLang="en-US" sz="1800"/>
          </a:p>
          <a:p>
            <a:r>
              <a:rPr lang="en-US" altLang="en-US" sz="1800"/>
              <a:t>Product ratings and reviews should be available for quality monitoring.</a:t>
            </a:r>
            <a:endParaRPr lang="en-US" altLang="en-US" sz="18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313170" y="1364615"/>
            <a:ext cx="5948680" cy="4813300"/>
          </a:xfrm>
        </p:spPr>
        <p:txBody>
          <a:bodyPr>
            <a:normAutofit/>
          </a:bodyPr>
          <a:p>
            <a:r>
              <a:rPr lang="en-US" altLang="en-US" sz="2000" b="1"/>
              <a:t>Challenges Addressed:</a:t>
            </a:r>
            <a:endParaRPr lang="en-US" altLang="en-US" sz="2000" b="1"/>
          </a:p>
          <a:p>
            <a:r>
              <a:rPr lang="en-US" altLang="en-US" sz="2000"/>
              <a:t>Eliminating duplicate customer and product information.</a:t>
            </a:r>
            <a:endParaRPr lang="en-US" altLang="en-US" sz="2000"/>
          </a:p>
          <a:p>
            <a:r>
              <a:rPr lang="en-US" altLang="en-US" sz="2000"/>
              <a:t>Maintaining referential integrity through foreign keys.</a:t>
            </a:r>
            <a:endParaRPr lang="en-US" altLang="en-US" sz="2000"/>
          </a:p>
          <a:p>
            <a:r>
              <a:rPr lang="en-US" altLang="en-US" sz="2000"/>
              <a:t>Supporting both transactional operations and analytical reporting.</a:t>
            </a:r>
            <a:endParaRPr lang="en-US" altLang="en-US" sz="2000"/>
          </a:p>
          <a:p>
            <a:r>
              <a:rPr lang="en-US" altLang="en-US" sz="2000"/>
              <a:t>Designing a structure that could scale with additional products and users.</a:t>
            </a:r>
            <a:endParaRPr lang="en-US" altLang="en-US" sz="2000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E-Commerce Project_ Desig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34620" y="1080135"/>
            <a:ext cx="12256135" cy="501396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Initial Model</a:t>
            </a:r>
            <a:endParaRPr 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downloa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35075" y="504825"/>
            <a:ext cx="9317990" cy="684657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Normalized Final Model</a:t>
            </a:r>
            <a:endParaRPr 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1" descr="Current Inventory by Produc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0810" y="1583690"/>
            <a:ext cx="5586730" cy="5274310"/>
          </a:xfrm>
          <a:prstGeom prst="rect">
            <a:avLst/>
          </a:prstGeom>
        </p:spPr>
      </p:pic>
      <p:pic>
        <p:nvPicPr>
          <p:cNvPr id="12" name="Picture 12" descr="Best Performing Categories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80380" y="1744980"/>
            <a:ext cx="6684010" cy="495236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Dashboard Features</a:t>
            </a:r>
            <a:endParaRPr 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3" descr="Low Stock Aler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57385" y="1313815"/>
            <a:ext cx="2448560" cy="1553210"/>
          </a:xfrm>
          <a:prstGeom prst="rect">
            <a:avLst/>
          </a:prstGeom>
        </p:spPr>
      </p:pic>
      <p:pic>
        <p:nvPicPr>
          <p:cNvPr id="8" name="Picture 8" descr="Inactive Customers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8330" y="1490345"/>
            <a:ext cx="3347720" cy="4559300"/>
          </a:xfrm>
          <a:prstGeom prst="rect">
            <a:avLst/>
          </a:prstGeom>
        </p:spPr>
      </p:pic>
      <p:pic>
        <p:nvPicPr>
          <p:cNvPr id="13" name="Picture 13" descr="Newest Products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44645" y="1490028"/>
            <a:ext cx="5270500" cy="375983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Dashboard Features 2.0</a:t>
            </a:r>
            <a:endParaRPr 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1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5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4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55.xml><?xml version="1.0" encoding="utf-8"?>
<p:tagLst xmlns:p="http://schemas.openxmlformats.org/presentationml/2006/main">
  <p:tag name="KSO_WM_UNIT_TEXT" val="Initial Model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58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59.xml><?xml version="1.0" encoding="utf-8"?>
<p:tagLst xmlns:p="http://schemas.openxmlformats.org/presentationml/2006/main">
  <p:tag name="KSO_WM_UNIT_TEXT" val="Normalized Final Model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1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62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6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64.xml><?xml version="1.0" encoding="utf-8"?>
<p:tagLst xmlns:p="http://schemas.openxmlformats.org/presentationml/2006/main">
  <p:tag name="KSO_WM_UNIT_TEXT" val="Dashboard Feature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WPS Presentation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Lato</vt:lpstr>
      <vt:lpstr>Liberation Mono</vt:lpstr>
      <vt:lpstr>Manrope ExtraBold</vt:lpstr>
      <vt:lpstr>Microsoft YaHei</vt:lpstr>
      <vt:lpstr>Arial Unicode MS</vt:lpstr>
      <vt:lpstr>Calibri</vt:lpstr>
      <vt:lpstr>WPS</vt:lpstr>
      <vt:lpstr>2_Office Theme</vt:lpstr>
      <vt:lpstr>PowerPoint 演示文稿</vt:lpstr>
      <vt:lpstr>Overview</vt:lpstr>
      <vt:lpstr>PowerPoint 演示文稿</vt:lpstr>
      <vt:lpstr>PowerPoint 演示文稿</vt:lpstr>
      <vt:lpstr>Initial Model</vt:lpstr>
      <vt:lpstr>Normalized Final Model</vt:lpstr>
      <vt:lpstr>Dashboard Features</vt:lpstr>
      <vt:lpstr>Dashboard Features 2.0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Database</dc:title>
  <dc:creator>thecr</dc:creator>
  <cp:lastModifiedBy>V</cp:lastModifiedBy>
  <cp:revision>6</cp:revision>
  <dcterms:created xsi:type="dcterms:W3CDTF">2026-06-15T18:52:00Z</dcterms:created>
  <dcterms:modified xsi:type="dcterms:W3CDTF">2026-06-16T22:38:09Z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4B047A9FDBCE44EEAF75BA5739AFAE78_11</vt:lpwstr>
  </property>
</Properties>
</file>